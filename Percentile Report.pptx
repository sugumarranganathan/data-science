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kkvXHm8zR7UdaWryFPsgDkTRU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7443" y="3035"/>
            <a:ext cx="12186248" cy="1360098"/>
          </a:xfrm>
          <a:prstGeom prst="rect">
            <a:avLst/>
          </a:prstGeom>
          <a:solidFill>
            <a:srgbClr val="4892DC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1601" y="1183240"/>
            <a:ext cx="12200625" cy="5658926"/>
          </a:xfrm>
          <a:prstGeom prst="rect">
            <a:avLst/>
          </a:prstGeom>
          <a:solidFill>
            <a:srgbClr val="82CAEB"/>
          </a:solidFill>
          <a:ln cap="flat" cmpd="sng" w="19050">
            <a:solidFill>
              <a:srgbClr val="81E4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048000" y="-7189"/>
            <a:ext cx="55352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Percentile Assignment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table with numbers and letters&#10;&#10;AI-generated content may be incorrect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684" y="1365319"/>
            <a:ext cx="10961296" cy="5224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symbol with circles and a circular object around it&#10;&#10;AI-generated content may be incorrect.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7067" y="89498"/>
            <a:ext cx="1192962" cy="999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D87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1601" y="4296"/>
            <a:ext cx="12200625" cy="6823492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09360" y="443350"/>
            <a:ext cx="10729074" cy="5963059"/>
          </a:xfrm>
          <a:prstGeom prst="roundRect">
            <a:avLst>
              <a:gd fmla="val 16667" name="adj"/>
            </a:avLst>
          </a:prstGeom>
          <a:solidFill>
            <a:srgbClr val="FAE2D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897811" y="639792"/>
            <a:ext cx="8827698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(ssc_p)%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(40.89): Lowest </a:t>
            </a:r>
            <a:r>
              <a:rPr b="1" i="0" lang="en-US" sz="28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ssc_p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40.89%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: 25% of students scored below 60.6%.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(Median = 67): Half of the students scored below 67%.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75%: 75% of students scored below 75.7%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89.4): Highest </a:t>
            </a:r>
            <a:r>
              <a:rPr b="1" i="0" lang="en-US" sz="28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ssc_p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89.4%.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(hsc_p)%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(37): Lowest </a:t>
            </a: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hsc_p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37.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25%: 25% students scored below 60.9%.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50%: Half of the students scored below 65%.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75%: 75% of students scored below 73%.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97.7): Highest </a:t>
            </a:r>
            <a:r>
              <a:rPr b="1" lang="en-US" sz="24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hsc_p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97.7.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-1601" y="4297"/>
            <a:ext cx="12200625" cy="6823492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09360" y="443350"/>
            <a:ext cx="10729074" cy="5963059"/>
          </a:xfrm>
          <a:prstGeom prst="roundRect">
            <a:avLst>
              <a:gd fmla="val 16667" name="adj"/>
            </a:avLst>
          </a:prstGeom>
          <a:solidFill>
            <a:srgbClr val="FAE2D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897811" y="438509"/>
            <a:ext cx="8827698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(degree_p)%</a:t>
            </a:r>
            <a:r>
              <a:rPr b="1"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(37): Lowest </a:t>
            </a: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degree_p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50.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: 25% scored below 61.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: Half of the students (Median) scored below 66%.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: 75% scored below 72.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91): Highest </a:t>
            </a:r>
            <a:r>
              <a:rPr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degree_p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91.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(mba_p)%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(51.2): Lowest </a:t>
            </a: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mba_p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51.2.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: 25% scored below 57.945.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: Half of the students (Median) scored below 62%.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: 75% scored below 66.255.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77.9): Highest </a:t>
            </a: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mba_p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is 77.9.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-1601" y="4297"/>
            <a:ext cx="12200625" cy="6823492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09360" y="443350"/>
            <a:ext cx="10729074" cy="5963059"/>
          </a:xfrm>
          <a:prstGeom prst="roundRect">
            <a:avLst>
              <a:gd fmla="val 16667" name="adj"/>
            </a:avLst>
          </a:prstGeom>
          <a:solidFill>
            <a:srgbClr val="FAE2D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897811" y="697301"/>
            <a:ext cx="8827698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(etest_p)%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(50): Lowest employability test score is 50.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: 25% scored below 60.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: Half of the students (Median) scored below 71.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: 75% scored below 83.5.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98): Highest test score is 98.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: Lowest salary is ₹2,00,000.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: 25% salaries are below ₹2,40,000.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: Median salary is ₹2,65,000.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: 75% salaries are below ₹3,00,000.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(Max = 940000): Highest salary is ₹9,40,00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2025-11-09T13:22:42Z</dcterms:created>
</cp:coreProperties>
</file>